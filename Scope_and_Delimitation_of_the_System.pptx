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Scope and Delimitation of the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Presentation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Define the system boundaries clearly.</a:t>
            </a:r>
          </a:p>
          <a:p>
            <a:pPr/>
            <a:r>
              <a:t>Present what the system will and will not cover.</a:t>
            </a:r>
          </a:p>
          <a:p>
            <a:pPr/>
            <a:r>
              <a:t>Set realistic expectations for stakeholders.</a:t>
            </a:r>
          </a:p>
          <a:p>
            <a:pPr/>
            <a:r>
              <a:t>Identify constraints that guide implementation.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The system automates core operational workflows.</a:t>
            </a:r>
          </a:p>
          <a:p>
            <a:pPr/>
            <a:r>
              <a:t>Provides role-based access for authorized users.</a:t>
            </a:r>
          </a:p>
          <a:p>
            <a:pPr/>
            <a:r>
              <a:t>Supports secure data entry, storage, retrieval, and reporting.</a:t>
            </a:r>
          </a:p>
          <a:p>
            <a:pPr/>
            <a:r>
              <a:t>Includes dashboard views for monitoring key records and status.</a:t>
            </a:r>
          </a:p>
          <a:p>
            <a:pPr/>
            <a:r>
              <a:t>Enables basic search and filtering of system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In-Scope Functional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User authentication and account management.</a:t>
            </a:r>
          </a:p>
          <a:p>
            <a:pPr/>
            <a:r>
              <a:t>Master data management (add, edit, deactivate records).</a:t>
            </a:r>
          </a:p>
          <a:p>
            <a:pPr/>
            <a:r>
              <a:t>Transaction processing for day-to-day operations.</a:t>
            </a:r>
          </a:p>
          <a:p>
            <a:pPr/>
            <a:r>
              <a:t>Reporting module for summary and printable reports.</a:t>
            </a:r>
          </a:p>
          <a:p>
            <a:pPr/>
            <a:r>
              <a:t>Audit trail of key actions performed by users.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In-Scope Non-Functional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Usability: simple and consistent interface design.</a:t>
            </a:r>
          </a:p>
          <a:p>
            <a:pPr/>
            <a:r>
              <a:t>Security: authentication, authorization, and data protection.</a:t>
            </a:r>
          </a:p>
          <a:p>
            <a:pPr/>
            <a:r>
              <a:t>Performance: acceptable response time under expected load.</a:t>
            </a:r>
          </a:p>
          <a:p>
            <a:pPr/>
            <a:r>
              <a:t>Reliability: basic backup and recovery procedures.</a:t>
            </a:r>
          </a:p>
          <a:p>
            <a:pPr/>
            <a:r>
              <a:t>Maintainability: modular structure for future enhancements.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Delimitations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The system is designed for internal organizational use only.</a:t>
            </a:r>
          </a:p>
          <a:p>
            <a:pPr/>
            <a:r>
              <a:t>Coverage is limited to selected departments and approved users.</a:t>
            </a:r>
          </a:p>
          <a:p>
            <a:pPr/>
            <a:r>
              <a:t>The initial release focuses on web-based access only.</a:t>
            </a:r>
          </a:p>
          <a:p>
            <a:pPr/>
            <a:r>
              <a:t>Operations depend on stable internet and server availability.</a:t>
            </a:r>
          </a:p>
          <a:p>
            <a:pPr/>
            <a:r>
              <a:t>Implementation timeline and budget constrain feature breadth.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 of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Native mobile application development in the first release.</a:t>
            </a:r>
          </a:p>
          <a:p>
            <a:pPr/>
            <a:r>
              <a:t>Advanced analytics and AI-based decision recommendations.</a:t>
            </a:r>
          </a:p>
          <a:p>
            <a:pPr/>
            <a:r>
              <a:t>Integration with all third-party platforms at launch.</a:t>
            </a:r>
          </a:p>
          <a:p>
            <a:pPr/>
            <a:r>
              <a:t>Legacy data cleanup beyond agreed migration requirements.</a:t>
            </a:r>
          </a:p>
          <a:p>
            <a:pPr/>
            <a:r>
              <a:t>Support for unmanaged external user access.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Rationale for Delimitation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Prevents scope creep and protects project timeline.</a:t>
            </a:r>
          </a:p>
          <a:p>
            <a:pPr/>
            <a:r>
              <a:t>Aligns deliverables with available resources and priorities.</a:t>
            </a:r>
          </a:p>
          <a:p>
            <a:pPr/>
            <a:r>
              <a:t>Improves quality by focusing on essential core functions.</a:t>
            </a:r>
          </a:p>
          <a:p>
            <a:pPr/>
            <a:r>
              <a:t>Creates a clear baseline for phased future expansion.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and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Assumes user requirements are validated before development.</a:t>
            </a:r>
          </a:p>
          <a:p>
            <a:pPr/>
            <a:r>
              <a:t>Assumes active stakeholder participation and timely feedback.</a:t>
            </a:r>
          </a:p>
          <a:p>
            <a:pPr/>
            <a:r>
              <a:t>Risk of delays if infrastructure or approvals are late.</a:t>
            </a:r>
          </a:p>
          <a:p>
            <a:pPr/>
            <a:r>
              <a:t>Risk of adoption issues without sufficient user training.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The defined scope addresses immediate operational needs.</a:t>
            </a:r>
          </a:p>
          <a:p>
            <a:pPr/>
            <a:r>
              <a:t>Delimitations keep implementation feasible and measurable.</a:t>
            </a:r>
          </a:p>
          <a:p>
            <a:pPr/>
            <a:r>
              <a:t>Next: validate scope with stakeholders and finalize requirements.</a:t>
            </a:r>
          </a:p>
          <a:p>
            <a:pPr/>
            <a:r>
              <a:t>Next: implement in phases, then expand based on feedback.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